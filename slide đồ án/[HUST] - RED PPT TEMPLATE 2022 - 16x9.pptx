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275" r:id="rId5"/>
    <p:sldId id="276" r:id="rId6"/>
    <p:sldId id="257" r:id="rId7"/>
    <p:sldId id="265" r:id="rId8"/>
    <p:sldId id="261" r:id="rId9"/>
    <p:sldId id="266" r:id="rId10"/>
    <p:sldId id="270" r:id="rId11"/>
    <p:sldId id="267" r:id="rId12"/>
    <p:sldId id="271" r:id="rId13"/>
    <p:sldId id="272" r:id="rId14"/>
    <p:sldId id="273" r:id="rId15"/>
    <p:sldId id="274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Quang Huy" userId="de59c2fa-6a56-41ce-8c4c-bbeafec493c9" providerId="ADAL" clId="{3064626A-1036-43E0-AE20-3F0AE02E25AE}"/>
    <pc:docChg chg="modSld sldOrd">
      <pc:chgData name="Hoang Quang Huy" userId="de59c2fa-6a56-41ce-8c4c-bbeafec493c9" providerId="ADAL" clId="{3064626A-1036-43E0-AE20-3F0AE02E25AE}" dt="2023-04-01T06:20:58.502" v="1"/>
      <pc:docMkLst>
        <pc:docMk/>
      </pc:docMkLst>
      <pc:sldChg chg="ord">
        <pc:chgData name="Hoang Quang Huy" userId="de59c2fa-6a56-41ce-8c4c-bbeafec493c9" providerId="ADAL" clId="{3064626A-1036-43E0-AE20-3F0AE02E25AE}" dt="2023-04-01T06:20:58.502" v="1"/>
        <pc:sldMkLst>
          <pc:docMk/>
          <pc:sldMk cId="945003436" sldId="276"/>
        </pc:sldMkLst>
      </pc:sldChg>
    </pc:docChg>
  </pc:docChgLst>
  <pc:docChgLst>
    <pc:chgData name="Phan Huy Le" userId="b882b48e-f387-43e8-9906-a8bdb025cf25" providerId="ADAL" clId="{1FFF7DE7-5311-C240-8EA9-C81196114302}"/>
    <pc:docChg chg="modSld">
      <pc:chgData name="Phan Huy Le" userId="b882b48e-f387-43e8-9906-a8bdb025cf25" providerId="ADAL" clId="{1FFF7DE7-5311-C240-8EA9-C81196114302}" dt="2023-02-20T13:20:14.777" v="0"/>
      <pc:docMkLst>
        <pc:docMk/>
      </pc:docMkLst>
      <pc:sldChg chg="addSp">
        <pc:chgData name="Phan Huy Le" userId="b882b48e-f387-43e8-9906-a8bdb025cf25" providerId="ADAL" clId="{1FFF7DE7-5311-C240-8EA9-C81196114302}" dt="2023-02-20T13:20:14.777" v="0"/>
        <pc:sldMkLst>
          <pc:docMk/>
          <pc:sldMk cId="1082086453" sldId="275"/>
        </pc:sldMkLst>
        <pc:inkChg chg="add">
          <ac:chgData name="Phan Huy Le" userId="b882b48e-f387-43e8-9906-a8bdb025cf25" providerId="ADAL" clId="{1FFF7DE7-5311-C240-8EA9-C81196114302}" dt="2023-02-20T13:20:14.777" v="0"/>
          <ac:inkMkLst>
            <pc:docMk/>
            <pc:sldMk cId="1082086453" sldId="275"/>
            <ac:inkMk id="2" creationId="{3766EBD4-31D7-B665-869A-01DABDA2039D}"/>
          </ac:inkMkLst>
        </pc:inkChg>
      </pc:sldChg>
    </pc:docChg>
  </pc:docChgLst>
  <pc:docChgLst>
    <pc:chgData name="Nguyen Huy Hung" userId="S::hung.nguyenhuy@hust.edu.vn::2fc3bcd5-ca04-4ee1-b21d-406e5862d3b9" providerId="AD" clId="Web-{ACC8BDC0-93AA-4E5A-93CD-EE74F5D6190C}"/>
    <pc:docChg chg="modSld">
      <pc:chgData name="Nguyen Huy Hung" userId="S::hung.nguyenhuy@hust.edu.vn::2fc3bcd5-ca04-4ee1-b21d-406e5862d3b9" providerId="AD" clId="Web-{ACC8BDC0-93AA-4E5A-93CD-EE74F5D6190C}" dt="2023-02-17T02:49:54.924" v="5"/>
      <pc:docMkLst>
        <pc:docMk/>
      </pc:docMkLst>
      <pc:sldChg chg="addSp delSp modSp mod setBg setClrOvrMap">
        <pc:chgData name="Nguyen Huy Hung" userId="S::hung.nguyenhuy@hust.edu.vn::2fc3bcd5-ca04-4ee1-b21d-406e5862d3b9" providerId="AD" clId="Web-{ACC8BDC0-93AA-4E5A-93CD-EE74F5D6190C}" dt="2023-02-17T02:49:54.924" v="5"/>
        <pc:sldMkLst>
          <pc:docMk/>
          <pc:sldMk cId="3651498809" sldId="271"/>
        </pc:sldMkLst>
        <pc:spChg chg="mo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2" creationId="{A2B7E207-A869-B342-B6D9-77005A268D98}"/>
          </ac:spMkLst>
        </pc:spChg>
        <pc:spChg chg="del">
          <ac:chgData name="Nguyen Huy Hung" userId="S::hung.nguyenhuy@hust.edu.vn::2fc3bcd5-ca04-4ee1-b21d-406e5862d3b9" providerId="AD" clId="Web-{ACC8BDC0-93AA-4E5A-93CD-EE74F5D6190C}" dt="2023-02-17T02:49:28.627" v="0"/>
          <ac:spMkLst>
            <pc:docMk/>
            <pc:sldMk cId="3651498809" sldId="271"/>
            <ac:spMk id="3" creationId="{1B1994D1-B0B9-97CB-A9B2-4F2D31319A30}"/>
          </ac:spMkLst>
        </pc:spChg>
        <pc:spChg chg="mod or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4" creationId="{7508968A-F2A2-8005-6E03-B78E65864C76}"/>
          </ac:spMkLst>
        </pc:spChg>
        <pc:spChg chg="mo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5" creationId="{853CF161-A6C1-F8C7-C9A5-5CD5BD5C176E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44.487" v="2"/>
          <ac:spMkLst>
            <pc:docMk/>
            <pc:sldMk cId="3651498809" sldId="271"/>
            <ac:spMk id="11" creationId="{F13C74B1-5B17-4795-BED0-7140497B445A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44.487" v="2"/>
          <ac:spMkLst>
            <pc:docMk/>
            <pc:sldMk cId="3651498809" sldId="271"/>
            <ac:spMk id="13" creationId="{D4974D33-8DC5-464E-8C6D-BE58F0669C17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54.909" v="4"/>
          <ac:spMkLst>
            <pc:docMk/>
            <pc:sldMk cId="3651498809" sldId="271"/>
            <ac:spMk id="15" creationId="{4F74D28C-3268-4E35-8EE1-D92CB4A85A7D}"/>
          </ac:spMkLst>
        </pc:spChg>
        <pc:spChg chg="ad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17" creationId="{4F74D28C-3268-4E35-8EE1-D92CB4A85A7D}"/>
          </ac:spMkLst>
        </pc:spChg>
        <pc:picChg chg="add mod ord">
          <ac:chgData name="Nguyen Huy Hung" userId="S::hung.nguyenhuy@hust.edu.vn::2fc3bcd5-ca04-4ee1-b21d-406e5862d3b9" providerId="AD" clId="Web-{ACC8BDC0-93AA-4E5A-93CD-EE74F5D6190C}" dt="2023-02-17T02:49:54.924" v="5"/>
          <ac:picMkLst>
            <pc:docMk/>
            <pc:sldMk cId="3651498809" sldId="271"/>
            <ac:picMk id="6" creationId="{8D296E74-50DF-B7DF-59BD-7C076F6CAF8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0T13:20:14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4378 1 7881,'-80'10'0,"-9"-1"0,-9-2-468,-2-3 458,9-2 0,-3-1 0,1 7 1,44-1-1,-1 2 0,-5 3 0,-1 2 1,-2 3-1,-2 0 0,-3 2 1,-2 0-1,-1-1 0,-1-1 0,-4 1 1,-1-2-1,-1 0 0,0 0 1,-2 0-1,0-2 0,1 0 0,-1-1 1,-2-2-1,0 0 0,-1-2 0,-2-1 1,-4 1-1,0-2 0,-1 1 1,-1 0-1,-1 1 0,0 0 0,-1 1 1,1 2-1,-3 1 0,0 2 1,-2 2-1,-1 2-45,-3 1 0,-1 3 0,32-5 0,-1 3 0,1 0 1,1 2-1,1 0 0,0 2-511,0 1 0,2 1 0,-2 2 0,-7 6 0,-2 2 0,2 2 0,-1 2 0,0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Viết tay 1">
                <a:extLst>
                  <a:ext uri="{FF2B5EF4-FFF2-40B4-BE49-F238E27FC236}">
                    <a16:creationId xmlns:a16="http://schemas.microsoft.com/office/drawing/2014/main" id="{3766EBD4-31D7-B665-869A-01DABDA2039D}"/>
                  </a:ext>
                </a:extLst>
              </p14:cNvPr>
              <p14:cNvContentPartPr/>
              <p14:nvPr/>
            </p14:nvContentPartPr>
            <p14:xfrm>
              <a:off x="5899505" y="3203640"/>
              <a:ext cx="1576440" cy="352440"/>
            </p14:xfrm>
          </p:contentPart>
        </mc:Choice>
        <mc:Fallback xmlns="">
          <p:pic>
            <p:nvPicPr>
              <p:cNvPr id="2" name="Viết tay 1">
                <a:extLst>
                  <a:ext uri="{FF2B5EF4-FFF2-40B4-BE49-F238E27FC236}">
                    <a16:creationId xmlns:a16="http://schemas.microsoft.com/office/drawing/2014/main" id="{3766EBD4-31D7-B665-869A-01DABDA203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4385" y="3188520"/>
                <a:ext cx="1606680" cy="38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6E8B-CA6C-55F9-B624-AB2BC25AF2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24" y="1396289"/>
            <a:ext cx="37547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4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3363" y="599325"/>
            <a:ext cx="411480" cy="548640"/>
          </a:xfrm>
          <a:prstGeom prst="ellipse">
            <a:avLst/>
          </a:prstGeom>
          <a:solidFill>
            <a:srgbClr val="51333D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  <a:defRPr/>
            </a:pPr>
            <a:fld id="{9EA0BE3B-158A-4EDF-80DC-E394A0D1600F}" type="slidenum">
              <a:rPr lang="en-US" sz="1300" b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pPr algn="ctr" defTabSz="914400">
                <a:spcAft>
                  <a:spcPts val="600"/>
                </a:spcAft>
                <a:defRPr/>
              </a:pPr>
              <a:t>9</a:t>
            </a:fld>
            <a:endParaRPr lang="en-US" sz="1300" b="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4157" y="2871982"/>
            <a:ext cx="3754752" cy="318168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600">
              <a:latin typeface="+mn-lt"/>
              <a:ea typeface="+mn-ea"/>
              <a:cs typeface="+mn-cs"/>
            </a:endParaRPr>
          </a:p>
        </p:txBody>
      </p:sp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413" y="0"/>
            <a:ext cx="4629587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6" descr="Woman and child sailing on boat">
            <a:extLst>
              <a:ext uri="{FF2B5EF4-FFF2-40B4-BE49-F238E27FC236}">
                <a16:creationId xmlns:a16="http://schemas.microsoft.com/office/drawing/2014/main" id="{8D296E74-50DF-B7DF-59BD-7C076F6CAF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4303" r="31721" b="-1"/>
          <a:stretch/>
        </p:blipFill>
        <p:spPr>
          <a:xfrm>
            <a:off x="4625884" y="10"/>
            <a:ext cx="4518116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51498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CAD26-AD2C-4FFF-9DF5-EC2C983C2D6F}">
  <ds:schemaRefs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c72df4cc-d2de-4b7e-8388-06b9b73bb217"/>
    <ds:schemaRef ds:uri="c070d92c-e005-4177-a1a8-b2208be38bb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45DE4D0-16BA-461B-9401-3A89C2173B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646CC4-8286-4FA4-AD82-BCB62112438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25</Words>
  <Application>Microsoft Office PowerPoint</Application>
  <PresentationFormat>On-screen Show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Hoang Quang Huy</cp:lastModifiedBy>
  <cp:revision>18</cp:revision>
  <dcterms:created xsi:type="dcterms:W3CDTF">2021-05-28T04:32:29Z</dcterms:created>
  <dcterms:modified xsi:type="dcterms:W3CDTF">2023-04-01T06:21:08Z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  <property fmtid="{D5CDD505-2E9C-101B-9397-08002B2CF9AE}" pid="3" name="MediaServiceImageTags">
    <vt:lpwstr/>
  </property>
</Properties>
</file>