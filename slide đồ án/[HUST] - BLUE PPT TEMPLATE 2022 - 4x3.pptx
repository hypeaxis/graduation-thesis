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6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9" r:id="rId2"/>
    <p:sldId id="256" r:id="rId3"/>
    <p:sldId id="257" r:id="rId4"/>
    <p:sldId id="260" r:id="rId5"/>
    <p:sldId id="261" r:id="rId6"/>
    <p:sldId id="258" r:id="rId7"/>
    <p:sldId id="264" r:id="rId8"/>
    <p:sldId id="263" r:id="rId9"/>
    <p:sldId id="265" r:id="rId10"/>
    <p:sldId id="266" r:id="rId11"/>
    <p:sldId id="267" r:id="rId12"/>
    <p:sldId id="268" r:id="rId13"/>
    <p:sldId id="26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7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384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12/12/2022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12/12/2022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26152509-8D0C-4712-AA81-AF54972C78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58E92B09-5AF4-4E86-A8BE-E866F0E2C017}" type="datetime1">
              <a:rPr lang="en-US" smtClean="0"/>
              <a:pPr/>
              <a:t>12/12/2022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A90DE7-FAAB-4B91-AC83-B18850F1E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FD5971E-BD21-416C-BC2E-97EE0E09A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9575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12/12/2022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8">
            <a:extLst>
              <a:ext uri="{FF2B5EF4-FFF2-40B4-BE49-F238E27FC236}">
                <a16:creationId xmlns:a16="http://schemas.microsoft.com/office/drawing/2014/main" id="{DEAFB3E9-4F5E-435C-B51A-CC5766A852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1:……………………………………..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9C57778-6639-411E-9B4C-12D035AECE2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6" y="1058844"/>
            <a:ext cx="11514528" cy="490912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329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12/12/2022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2:……………………………………..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3887669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3:……………………………………..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pPr/>
              <a:t>12/12/2022</a:t>
            </a:fld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126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8A78F82-82C6-4F07-B7D8-4A1219A1BB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19A9EFEF-A194-4819-82D7-1112425D0E86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2041C72-5CA2-4523-9F1E-50662A327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AD6B24F-6759-4931-A1C4-77BA8AF7E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1CD850F7-B0EC-49AD-960D-051EAF5F36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4:……………………………………..</a:t>
            </a:r>
          </a:p>
        </p:txBody>
      </p:sp>
      <p:sp>
        <p:nvSpPr>
          <p:cNvPr id="11" name="Chart Placeholder 14">
            <a:extLst>
              <a:ext uri="{FF2B5EF4-FFF2-40B4-BE49-F238E27FC236}">
                <a16:creationId xmlns:a16="http://schemas.microsoft.com/office/drawing/2014/main" id="{4A80550F-98CB-400B-9D36-210A7AED20E8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8736" y="1406525"/>
            <a:ext cx="5757264" cy="4670425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2" name="Table Placeholder 16">
            <a:extLst>
              <a:ext uri="{FF2B5EF4-FFF2-40B4-BE49-F238E27FC236}">
                <a16:creationId xmlns:a16="http://schemas.microsoft.com/office/drawing/2014/main" id="{15345DA2-1E92-473D-9483-A24F87614F3D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6210300" y="1392239"/>
            <a:ext cx="5592763" cy="468471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Table</a:t>
            </a:r>
          </a:p>
        </p:txBody>
      </p:sp>
    </p:spTree>
    <p:extLst>
      <p:ext uri="{BB962C8B-B14F-4D97-AF65-F5344CB8AC3E}">
        <p14:creationId xmlns:p14="http://schemas.microsoft.com/office/powerpoint/2010/main" val="32426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4F1F29B1-F2F8-4527-A0B9-5A566F0DB5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EEBFCEF3-2DDE-476B-8A96-303EC557333C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1F89192-9608-4DA0-9D58-CE5D74F01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1300396-45C9-472A-AA37-70408F1C2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45B855E6-8413-49D5-929E-33A3B362751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8372" y="1248325"/>
            <a:ext cx="7391400" cy="520541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AB6BBE52-BFE6-4B4F-95C1-25C2EB84A6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58372" y="404265"/>
            <a:ext cx="7391400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5:……………………………………..</a:t>
            </a:r>
          </a:p>
        </p:txBody>
      </p:sp>
    </p:spTree>
    <p:extLst>
      <p:ext uri="{BB962C8B-B14F-4D97-AF65-F5344CB8AC3E}">
        <p14:creationId xmlns:p14="http://schemas.microsoft.com/office/powerpoint/2010/main" val="4113439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6:……………………………………..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335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7:……………………………………..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960585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8:……………………………………..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032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9:……………………………………..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1226200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A21A061D-9F38-49ED-BAF8-8055D9FB97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2F65D4C-DEE4-4C7B-91C4-D6D57A523E98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490FAA6E-46AD-4366-8E80-2F5BEB7D5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A5604C7-0828-446E-97CC-8D6162E69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8816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60333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4">
            <a:extLst>
              <a:ext uri="{FF2B5EF4-FFF2-40B4-BE49-F238E27FC236}">
                <a16:creationId xmlns:a16="http://schemas.microsoft.com/office/drawing/2014/main" id="{4C167836-5AFF-4757-AB55-39FD3BBF9D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88898" y="2461846"/>
            <a:ext cx="4614203" cy="1934307"/>
          </a:xfrm>
          <a:prstGeom prst="rect">
            <a:avLst/>
          </a:prstGeom>
        </p:spPr>
        <p:txBody>
          <a:bodyPr/>
          <a:lstStyle>
            <a:lvl1pPr algn="ctr">
              <a:defRPr sz="4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81520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9543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5" r:id="rId5"/>
    <p:sldLayoutId id="2147483654" r:id="rId6"/>
    <p:sldLayoutId id="2147483660" r:id="rId7"/>
    <p:sldLayoutId id="2147483659" r:id="rId8"/>
    <p:sldLayoutId id="2147483658" r:id="rId9"/>
    <p:sldLayoutId id="2147483661" r:id="rId10"/>
    <p:sldLayoutId id="2147483656" r:id="rId11"/>
    <p:sldLayoutId id="2147483657" r:id="rId12"/>
    <p:sldLayoutId id="214748364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6355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642BA63-383F-45B9-939A-7A3B792A6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8898" y="2461846"/>
            <a:ext cx="4614203" cy="1934307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40041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737FC17F-78B9-4DA3-B1E3-B6651CB174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6634" y="331380"/>
            <a:ext cx="3174367" cy="952975"/>
          </a:xfrm>
          <a:prstGeom prst="rect">
            <a:avLst/>
          </a:prstGeom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5702E00C-3125-4CD1-A5F8-64723BF48E3E}"/>
              </a:ext>
            </a:extLst>
          </p:cNvPr>
          <p:cNvSpPr txBox="1">
            <a:spLocks/>
          </p:cNvSpPr>
          <p:nvPr/>
        </p:nvSpPr>
        <p:spPr>
          <a:xfrm>
            <a:off x="386634" y="2219413"/>
            <a:ext cx="7342482" cy="8487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72BF49D9-2FCE-4950-8B1C-F580CC18F4C9}"/>
              </a:ext>
            </a:extLst>
          </p:cNvPr>
          <p:cNvSpPr txBox="1">
            <a:spLocks/>
          </p:cNvSpPr>
          <p:nvPr/>
        </p:nvSpPr>
        <p:spPr>
          <a:xfrm>
            <a:off x="386634" y="3365399"/>
            <a:ext cx="7342482" cy="84879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800" b="0" dirty="0"/>
              <a:t>SUBTITLE. SUBTITLE. SUBTITLE.</a:t>
            </a:r>
          </a:p>
          <a:p>
            <a:r>
              <a:rPr lang="en-US" sz="2800" b="0" dirty="0"/>
              <a:t>SUBTITLE. SUBTITLE.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BF4829-01AB-4F75-A03B-DF4FC4C31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172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B3AB5-95DF-4273-871C-843529DB7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3E091-9DCD-4DE7-96D1-A93E44E0F5B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AB879D-D188-4DA3-8675-F8BCF379A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33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6CB3A-046A-4C56-A02D-DBF672421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C8196C5E-7B93-4E81-B617-CD97C06D6032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/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77CB842-AD15-4F5A-8EF5-EBD6CE5F54A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76946D-AB92-4D05-97ED-4EDF0AB0F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84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5D019-96A4-4D1E-AFB5-09D65C86E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726603-7893-4AE0-9532-68058044B6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E4677A-4F02-4478-B9B8-685D0B626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9527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EFE0E-299A-46D8-9DF7-2C84CBBCA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22B1B2EF-F9E2-4625-AD70-EE979A3EA521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/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9B7570B9-F44D-4F61-BF1F-C3F752BCAAB3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/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B4E653-E636-4EED-9A37-BC263FE84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7002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308E1B1-D9CD-415A-BCE5-B57F39B2F31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D6941D0-D074-43AE-8875-C4BDC98AD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91CA00-8B5A-4B5F-AE21-CF0691D64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5005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5AD8A-1EA9-C7CE-D797-0A3D974FB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4CFAC5-863F-C743-EE8D-B9564CC43E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DD1CE8-660D-F65D-7BA2-062181F1E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5163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F787B8F-671E-899B-3B95-4CCE696DE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7BA6010-86B5-CA9E-6538-49958090D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C8E2D656-4DFD-D837-76D3-A143B0106EB5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/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CBAF409-B126-D20D-BE76-1D4AFBEB4A8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</p:spTree>
    <p:extLst>
      <p:ext uri="{BB962C8B-B14F-4D97-AF65-F5344CB8AC3E}">
        <p14:creationId xmlns:p14="http://schemas.microsoft.com/office/powerpoint/2010/main" val="4284332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BCDCA-26D1-DE31-7955-F13FF981A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44802-0381-50A3-7C85-B7B6ED4EFE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30FB4F-C0E4-5A49-AA97-BCAA527E8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5684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E248DCA-B91F-BC5A-64CE-246CF3581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4A308EB-C22C-0699-31DF-5588F4DDA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99678272-23D5-2910-516A-D7EDB6A7FE52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/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0E00C4E-0536-65FC-3882-BD908064E9B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</p:spTree>
    <p:extLst>
      <p:ext uri="{BB962C8B-B14F-4D97-AF65-F5344CB8AC3E}">
        <p14:creationId xmlns:p14="http://schemas.microsoft.com/office/powerpoint/2010/main" val="35945983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5945A2BB-ABB6-48FB-A491-502474D93E34}"/>
              </a:ext>
            </a:extLst>
          </p:cNvPr>
          <p:cNvSpPr txBox="1">
            <a:spLocks/>
          </p:cNvSpPr>
          <p:nvPr/>
        </p:nvSpPr>
        <p:spPr>
          <a:xfrm>
            <a:off x="5605763" y="2869457"/>
            <a:ext cx="5422456" cy="97130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6000" dirty="0"/>
              <a:t>THANK YOU 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55FE58-BA70-418C-863F-55066B667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627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CB19AD86CDF2D4DBF9DAD694EFBC09D" ma:contentTypeVersion="7" ma:contentTypeDescription="Create a new document." ma:contentTypeScope="" ma:versionID="6423fc3df46fff0625ec86a02e55459f">
  <xsd:schema xmlns:xsd="http://www.w3.org/2001/XMLSchema" xmlns:xs="http://www.w3.org/2001/XMLSchema" xmlns:p="http://schemas.microsoft.com/office/2006/metadata/properties" xmlns:ns2="757826ba-dfa3-48aa-98b2-1e988427fee5" xmlns:ns3="e4770848-7955-4ec6-9f06-ace3904740ab" targetNamespace="http://schemas.microsoft.com/office/2006/metadata/properties" ma:root="true" ma:fieldsID="24cf96f43bac35fd0bad3b1a63bec25f" ns2:_="" ns3:_="">
    <xsd:import namespace="757826ba-dfa3-48aa-98b2-1e988427fee5"/>
    <xsd:import namespace="e4770848-7955-4ec6-9f06-ace3904740a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7826ba-dfa3-48aa-98b2-1e988427fee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770848-7955-4ec6-9f06-ace3904740ab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98E78E3-0A98-4D61-9B64-F38933067CC3}"/>
</file>

<file path=customXml/itemProps2.xml><?xml version="1.0" encoding="utf-8"?>
<ds:datastoreItem xmlns:ds="http://schemas.openxmlformats.org/officeDocument/2006/customXml" ds:itemID="{2C34D971-5E4A-4DCB-9925-F7DA6878D485}"/>
</file>

<file path=customXml/itemProps3.xml><?xml version="1.0" encoding="utf-8"?>
<ds:datastoreItem xmlns:ds="http://schemas.openxmlformats.org/officeDocument/2006/customXml" ds:itemID="{EBC316FA-151E-4EDB-9E09-98DAB3D0971A}"/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26</Words>
  <Application>Microsoft Office PowerPoint</Application>
  <PresentationFormat>Màn hình rộng</PresentationFormat>
  <Paragraphs>15</Paragraphs>
  <Slides>13</Slides>
  <Notes>0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3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13</vt:i4>
      </vt:variant>
    </vt:vector>
  </HeadingPairs>
  <TitlesOfParts>
    <vt:vector size="17" baseType="lpstr">
      <vt:lpstr>Arial</vt:lpstr>
      <vt:lpstr>Calibri</vt:lpstr>
      <vt:lpstr>Lato</vt:lpstr>
      <vt:lpstr>Office Theme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HUST CCPR</cp:lastModifiedBy>
  <cp:revision>9</cp:revision>
  <dcterms:created xsi:type="dcterms:W3CDTF">2021-05-28T04:32:29Z</dcterms:created>
  <dcterms:modified xsi:type="dcterms:W3CDTF">2022-12-12T04:52:04Z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0x010100ECB19AD86CDF2D4DBF9DAD694EFBC09D</vt:lpwstr>
  </property>
</Properties>
</file>